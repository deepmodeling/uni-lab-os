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16144251" r:id="rId2"/>
    <p:sldId id="16144255" r:id="rId3"/>
    <p:sldId id="261" r:id="rId4"/>
    <p:sldId id="16144256" r:id="rId5"/>
    <p:sldId id="256" r:id="rId6"/>
    <p:sldId id="257" r:id="rId7"/>
    <p:sldId id="265" r:id="rId8"/>
    <p:sldId id="263" r:id="rId9"/>
    <p:sldId id="266" r:id="rId10"/>
    <p:sldId id="267" r:id="rId11"/>
    <p:sldId id="260" r:id="rId12"/>
    <p:sldId id="262" r:id="rId13"/>
    <p:sldId id="268" r:id="rId14"/>
    <p:sldId id="25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368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BC4C5B-0E30-46D9-AAF6-226019D282D1}" type="doc">
      <dgm:prSet loTypeId="urn:microsoft.com/office/officeart/2005/8/layout/StepDown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FA84DC4B-54E9-480A-AC1D-E596A234FAA7}">
      <dgm:prSet phldrT="[文本]" phldr="0"/>
      <dgm:spPr/>
      <dgm:t>
        <a:bodyPr/>
        <a:lstStyle/>
        <a:p>
          <a:r>
            <a: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rPr>
            <a:t>工站</a:t>
          </a:r>
        </a:p>
      </dgm:t>
    </dgm:pt>
    <dgm:pt modelId="{1D163682-B654-43E0-BD8C-444B5F55DD43}" type="parTrans" cxnId="{DCED191D-1F98-48EE-8D49-E658C0F8B381}">
      <dgm:prSet/>
      <dgm:spPr/>
      <dgm:t>
        <a:bodyPr/>
        <a:lstStyle/>
        <a:p>
          <a:endParaRPr lang="zh-CN" altLang="en-US"/>
        </a:p>
      </dgm:t>
    </dgm:pt>
    <dgm:pt modelId="{A2017C1F-2ADB-4408-8ED1-8CFB63B7C086}" type="sibTrans" cxnId="{DCED191D-1F98-48EE-8D49-E658C0F8B381}">
      <dgm:prSet/>
      <dgm:spPr/>
      <dgm:t>
        <a:bodyPr/>
        <a:lstStyle/>
        <a:p>
          <a:endParaRPr lang="zh-CN" altLang="en-US"/>
        </a:p>
      </dgm:t>
    </dgm:pt>
    <dgm:pt modelId="{F946EFDD-BCCF-411C-8DD2-79A78FECD5A6}">
      <dgm:prSet phldrT="[文本]" custT="1"/>
      <dgm:spPr/>
      <dgm:t>
        <a:bodyPr/>
        <a:lstStyle/>
        <a:p>
          <a:r>
            <a: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rPr>
            <a:t>deck</a:t>
          </a:r>
          <a:endParaRPr lang="zh-CN" altLang="en-US" sz="1900" b="1" dirty="0">
            <a:solidFill>
              <a:schemeClr val="tx1"/>
            </a:solidFill>
            <a:latin typeface="Times New Roman" panose="02020603050405020304" pitchFamily="18" charset="0"/>
            <a:ea typeface="微软雅黑" panose="020B0503020204020204" pitchFamily="34" charset="-122"/>
            <a:cs typeface="Times New Roman" panose="02020603050405020304" pitchFamily="18" charset="0"/>
          </a:endParaRPr>
        </a:p>
      </dgm:t>
    </dgm:pt>
    <dgm:pt modelId="{48EDA909-0354-4336-9F7A-3B3B33111B29}" type="parTrans" cxnId="{97863F70-C637-45C6-AA96-A1BDC42F9609}">
      <dgm:prSet/>
      <dgm:spPr/>
      <dgm:t>
        <a:bodyPr/>
        <a:lstStyle/>
        <a:p>
          <a:endParaRPr lang="zh-CN" altLang="en-US"/>
        </a:p>
      </dgm:t>
    </dgm:pt>
    <dgm:pt modelId="{CBF93346-DA48-4C4C-8214-9F51C5F2B677}" type="sibTrans" cxnId="{97863F70-C637-45C6-AA96-A1BDC42F9609}">
      <dgm:prSet/>
      <dgm:spPr/>
      <dgm:t>
        <a:bodyPr/>
        <a:lstStyle/>
        <a:p>
          <a:endParaRPr lang="zh-CN" altLang="en-US"/>
        </a:p>
      </dgm:t>
    </dgm:pt>
    <dgm:pt modelId="{FD815CB0-5B79-4FC3-B6AC-199DD6156303}">
      <dgm:prSet phldrT="[文本]" custT="1"/>
      <dgm:spPr/>
      <dgm:t>
        <a:bodyPr/>
        <a:lstStyle/>
        <a:p>
          <a:r>
            <a:rPr lang="en-US" altLang="zh-CN" sz="18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rPr>
            <a:t>warehouse</a:t>
          </a:r>
          <a:endParaRPr lang="zh-CN" altLang="en-US" sz="1900" b="1" dirty="0">
            <a:solidFill>
              <a:schemeClr val="tx1"/>
            </a:solidFill>
            <a:latin typeface="Times New Roman" panose="02020603050405020304" pitchFamily="18" charset="0"/>
            <a:ea typeface="微软雅黑" panose="020B0503020204020204" pitchFamily="34" charset="-122"/>
            <a:cs typeface="Times New Roman" panose="02020603050405020304" pitchFamily="18" charset="0"/>
          </a:endParaRPr>
        </a:p>
      </dgm:t>
    </dgm:pt>
    <dgm:pt modelId="{4DDC718C-B248-430C-9A1E-B6AFD57DA694}" type="parTrans" cxnId="{66AF4A81-BF06-45FD-95B4-936C1D75B4E5}">
      <dgm:prSet/>
      <dgm:spPr/>
      <dgm:t>
        <a:bodyPr/>
        <a:lstStyle/>
        <a:p>
          <a:endParaRPr lang="zh-CN" altLang="en-US"/>
        </a:p>
      </dgm:t>
    </dgm:pt>
    <dgm:pt modelId="{87791AD1-9EFA-4468-909B-518D653637E8}" type="sibTrans" cxnId="{66AF4A81-BF06-45FD-95B4-936C1D75B4E5}">
      <dgm:prSet/>
      <dgm:spPr/>
      <dgm:t>
        <a:bodyPr/>
        <a:lstStyle/>
        <a:p>
          <a:endParaRPr lang="zh-CN" altLang="en-US"/>
        </a:p>
      </dgm:t>
    </dgm:pt>
    <dgm:pt modelId="{B83FCD9F-EFFD-44CB-899C-8CC98FD1D0D2}">
      <dgm:prSet phldrT="[文本]"/>
      <dgm:spPr/>
      <dgm:t>
        <a:bodyPr/>
        <a:lstStyle/>
        <a:p>
          <a:r>
            <a: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rPr>
            <a:t>Carriers</a:t>
          </a:r>
          <a:endParaRPr lang="zh-CN" altLang="en-US" b="1" dirty="0">
            <a:solidFill>
              <a:schemeClr val="tx1"/>
            </a:solidFill>
            <a:latin typeface="Times New Roman" panose="02020603050405020304" pitchFamily="18" charset="0"/>
            <a:ea typeface="微软雅黑" panose="020B0503020204020204" pitchFamily="34" charset="-122"/>
            <a:cs typeface="Times New Roman" panose="02020603050405020304" pitchFamily="18" charset="0"/>
          </a:endParaRPr>
        </a:p>
      </dgm:t>
    </dgm:pt>
    <dgm:pt modelId="{1EA9C5F1-82E3-4AEA-B42B-2499C826713F}" type="parTrans" cxnId="{AFB1B82D-1F76-4C79-83EA-509A738B3E28}">
      <dgm:prSet/>
      <dgm:spPr/>
      <dgm:t>
        <a:bodyPr/>
        <a:lstStyle/>
        <a:p>
          <a:endParaRPr lang="zh-CN" altLang="en-US"/>
        </a:p>
      </dgm:t>
    </dgm:pt>
    <dgm:pt modelId="{4D92BA5F-1F64-4B13-9C64-F1156C13A319}" type="sibTrans" cxnId="{AFB1B82D-1F76-4C79-83EA-509A738B3E28}">
      <dgm:prSet/>
      <dgm:spPr/>
      <dgm:t>
        <a:bodyPr/>
        <a:lstStyle/>
        <a:p>
          <a:endParaRPr lang="zh-CN" altLang="en-US"/>
        </a:p>
      </dgm:t>
    </dgm:pt>
    <dgm:pt modelId="{A63FC45F-D33B-4AF7-AE7B-321F535FCF4D}">
      <dgm:prSet phldrT="[文本]"/>
      <dgm:spPr/>
      <dgm:t>
        <a:bodyPr/>
        <a:lstStyle/>
        <a:p>
          <a:r>
            <a:rPr lang="en-US" altLang="zh-CN" b="1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rPr>
            <a:t>Bottle</a:t>
          </a:r>
          <a:endParaRPr lang="zh-CN" altLang="en-US" b="1" dirty="0">
            <a:solidFill>
              <a:schemeClr val="tx1"/>
            </a:solidFill>
            <a:latin typeface="Times New Roman" panose="02020603050405020304" pitchFamily="18" charset="0"/>
            <a:ea typeface="微软雅黑" panose="020B0503020204020204" pitchFamily="34" charset="-122"/>
            <a:cs typeface="Times New Roman" panose="02020603050405020304" pitchFamily="18" charset="0"/>
          </a:endParaRPr>
        </a:p>
      </dgm:t>
    </dgm:pt>
    <dgm:pt modelId="{784426C7-8779-45FB-ACC6-044F8692643E}" type="parTrans" cxnId="{D9BF936C-644B-49DA-9C99-7398FC2A2E6E}">
      <dgm:prSet/>
      <dgm:spPr/>
      <dgm:t>
        <a:bodyPr/>
        <a:lstStyle/>
        <a:p>
          <a:endParaRPr lang="zh-CN" altLang="en-US"/>
        </a:p>
      </dgm:t>
    </dgm:pt>
    <dgm:pt modelId="{8C3C6562-CBC1-4D22-9C4F-78A6E314DDC5}" type="sibTrans" cxnId="{D9BF936C-644B-49DA-9C99-7398FC2A2E6E}">
      <dgm:prSet/>
      <dgm:spPr/>
      <dgm:t>
        <a:bodyPr/>
        <a:lstStyle/>
        <a:p>
          <a:endParaRPr lang="zh-CN" altLang="en-US"/>
        </a:p>
      </dgm:t>
    </dgm:pt>
    <dgm:pt modelId="{10C20127-1C40-49EA-B6A3-C7ADA4E55512}" type="pres">
      <dgm:prSet presAssocID="{0DBC4C5B-0E30-46D9-AAF6-226019D282D1}" presName="rootnode" presStyleCnt="0">
        <dgm:presLayoutVars>
          <dgm:chMax/>
          <dgm:chPref/>
          <dgm:dir/>
          <dgm:animLvl val="lvl"/>
        </dgm:presLayoutVars>
      </dgm:prSet>
      <dgm:spPr/>
    </dgm:pt>
    <dgm:pt modelId="{B06113D5-ECB7-4C69-986B-0749D3821908}" type="pres">
      <dgm:prSet presAssocID="{FA84DC4B-54E9-480A-AC1D-E596A234FAA7}" presName="composite" presStyleCnt="0"/>
      <dgm:spPr/>
    </dgm:pt>
    <dgm:pt modelId="{B5946F8F-5858-46C4-A520-5F5B25579AD7}" type="pres">
      <dgm:prSet presAssocID="{FA84DC4B-54E9-480A-AC1D-E596A234FAA7}" presName="bentUpArrow1" presStyleLbl="alignImgPlace1" presStyleIdx="0" presStyleCnt="4"/>
      <dgm:spPr/>
    </dgm:pt>
    <dgm:pt modelId="{C1D5CFC0-946D-43AA-A0CD-453F02428B03}" type="pres">
      <dgm:prSet presAssocID="{FA84DC4B-54E9-480A-AC1D-E596A234FAA7}" presName="ParentText" presStyleLbl="node1" presStyleIdx="0" presStyleCnt="5">
        <dgm:presLayoutVars>
          <dgm:chMax val="1"/>
          <dgm:chPref val="1"/>
          <dgm:bulletEnabled val="1"/>
        </dgm:presLayoutVars>
      </dgm:prSet>
      <dgm:spPr/>
    </dgm:pt>
    <dgm:pt modelId="{0BDED49F-FE63-4560-BC0A-3888E1AE159C}" type="pres">
      <dgm:prSet presAssocID="{FA84DC4B-54E9-480A-AC1D-E596A234FAA7}" presName="ChildText" presStyleLbl="revTx" presStyleIdx="0" presStyleCnt="4" custLinFactNeighborX="20074" custLinFactNeighborY="2151">
        <dgm:presLayoutVars>
          <dgm:chMax val="0"/>
          <dgm:chPref val="0"/>
          <dgm:bulletEnabled val="1"/>
        </dgm:presLayoutVars>
      </dgm:prSet>
      <dgm:spPr/>
    </dgm:pt>
    <dgm:pt modelId="{CFD9BB73-FB68-49C7-BD83-2638842840EB}" type="pres">
      <dgm:prSet presAssocID="{A2017C1F-2ADB-4408-8ED1-8CFB63B7C086}" presName="sibTrans" presStyleCnt="0"/>
      <dgm:spPr/>
    </dgm:pt>
    <dgm:pt modelId="{89A8C914-9693-4068-A7E5-C1E60A7E7972}" type="pres">
      <dgm:prSet presAssocID="{F946EFDD-BCCF-411C-8DD2-79A78FECD5A6}" presName="composite" presStyleCnt="0"/>
      <dgm:spPr/>
    </dgm:pt>
    <dgm:pt modelId="{F2E9AA07-4A93-4F2C-B147-D984AC2EB7BB}" type="pres">
      <dgm:prSet presAssocID="{F946EFDD-BCCF-411C-8DD2-79A78FECD5A6}" presName="bentUpArrow1" presStyleLbl="alignImgPlace1" presStyleIdx="1" presStyleCnt="4"/>
      <dgm:spPr/>
    </dgm:pt>
    <dgm:pt modelId="{D304D787-28D4-49A6-B7AA-2F3E97438859}" type="pres">
      <dgm:prSet presAssocID="{F946EFDD-BCCF-411C-8DD2-79A78FECD5A6}" presName="ParentText" presStyleLbl="node1" presStyleIdx="1" presStyleCnt="5">
        <dgm:presLayoutVars>
          <dgm:chMax val="1"/>
          <dgm:chPref val="1"/>
          <dgm:bulletEnabled val="1"/>
        </dgm:presLayoutVars>
      </dgm:prSet>
      <dgm:spPr/>
    </dgm:pt>
    <dgm:pt modelId="{0446912A-93F1-456A-959C-6F7E44C410CC}" type="pres">
      <dgm:prSet presAssocID="{F946EFDD-BCCF-411C-8DD2-79A78FECD5A6}" presName="Child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D9BB7268-DB95-4F67-BB1E-7912933C383D}" type="pres">
      <dgm:prSet presAssocID="{CBF93346-DA48-4C4C-8214-9F51C5F2B677}" presName="sibTrans" presStyleCnt="0"/>
      <dgm:spPr/>
    </dgm:pt>
    <dgm:pt modelId="{E7525E64-17F6-4980-BF62-9E46B4D95016}" type="pres">
      <dgm:prSet presAssocID="{FD815CB0-5B79-4FC3-B6AC-199DD6156303}" presName="composite" presStyleCnt="0"/>
      <dgm:spPr/>
    </dgm:pt>
    <dgm:pt modelId="{BD18B568-C466-416B-992C-E52690858CD4}" type="pres">
      <dgm:prSet presAssocID="{FD815CB0-5B79-4FC3-B6AC-199DD6156303}" presName="bentUpArrow1" presStyleLbl="alignImgPlace1" presStyleIdx="2" presStyleCnt="4"/>
      <dgm:spPr/>
    </dgm:pt>
    <dgm:pt modelId="{4D977067-C0C6-45DC-8FA8-A672FB5044FF}" type="pres">
      <dgm:prSet presAssocID="{FD815CB0-5B79-4FC3-B6AC-199DD6156303}" presName="ParentText" presStyleLbl="node1" presStyleIdx="2" presStyleCnt="5">
        <dgm:presLayoutVars>
          <dgm:chMax val="1"/>
          <dgm:chPref val="1"/>
          <dgm:bulletEnabled val="1"/>
        </dgm:presLayoutVars>
      </dgm:prSet>
      <dgm:spPr/>
    </dgm:pt>
    <dgm:pt modelId="{EC0A76E3-79B1-416F-A644-D075C3921E81}" type="pres">
      <dgm:prSet presAssocID="{FD815CB0-5B79-4FC3-B6AC-199DD6156303}" presName="Child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2D7F16CE-5DC4-43AA-8B7F-D74170E5032A}" type="pres">
      <dgm:prSet presAssocID="{87791AD1-9EFA-4468-909B-518D653637E8}" presName="sibTrans" presStyleCnt="0"/>
      <dgm:spPr/>
    </dgm:pt>
    <dgm:pt modelId="{C77EF927-14F3-435E-8A28-BDF097E2A8C1}" type="pres">
      <dgm:prSet presAssocID="{B83FCD9F-EFFD-44CB-899C-8CC98FD1D0D2}" presName="composite" presStyleCnt="0"/>
      <dgm:spPr/>
    </dgm:pt>
    <dgm:pt modelId="{E469FFD3-1E16-4E81-887F-D61C4DF91330}" type="pres">
      <dgm:prSet presAssocID="{B83FCD9F-EFFD-44CB-899C-8CC98FD1D0D2}" presName="bentUpArrow1" presStyleLbl="alignImgPlace1" presStyleIdx="3" presStyleCnt="4"/>
      <dgm:spPr/>
    </dgm:pt>
    <dgm:pt modelId="{CD264A05-0126-454A-B62E-34B37FA0BC11}" type="pres">
      <dgm:prSet presAssocID="{B83FCD9F-EFFD-44CB-899C-8CC98FD1D0D2}" presName="ParentText" presStyleLbl="node1" presStyleIdx="3" presStyleCnt="5">
        <dgm:presLayoutVars>
          <dgm:chMax val="1"/>
          <dgm:chPref val="1"/>
          <dgm:bulletEnabled val="1"/>
        </dgm:presLayoutVars>
      </dgm:prSet>
      <dgm:spPr/>
    </dgm:pt>
    <dgm:pt modelId="{C9414805-D6DE-4E92-B9E8-1B3105E006F9}" type="pres">
      <dgm:prSet presAssocID="{B83FCD9F-EFFD-44CB-899C-8CC98FD1D0D2}" presName="ChildText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0D112634-A535-49B6-AA0F-2B8256E6A9B0}" type="pres">
      <dgm:prSet presAssocID="{4D92BA5F-1F64-4B13-9C64-F1156C13A319}" presName="sibTrans" presStyleCnt="0"/>
      <dgm:spPr/>
    </dgm:pt>
    <dgm:pt modelId="{D34E306D-67BA-4DAA-8FD9-B4AE78D47E59}" type="pres">
      <dgm:prSet presAssocID="{A63FC45F-D33B-4AF7-AE7B-321F535FCF4D}" presName="composite" presStyleCnt="0"/>
      <dgm:spPr/>
    </dgm:pt>
    <dgm:pt modelId="{89342051-741A-4807-BFF3-96E931A0B218}" type="pres">
      <dgm:prSet presAssocID="{A63FC45F-D33B-4AF7-AE7B-321F535FCF4D}" presName="ParentText" presStyleLbl="node1" presStyleIdx="4" presStyleCnt="5">
        <dgm:presLayoutVars>
          <dgm:chMax val="1"/>
          <dgm:chPref val="1"/>
          <dgm:bulletEnabled val="1"/>
        </dgm:presLayoutVars>
      </dgm:prSet>
      <dgm:spPr/>
    </dgm:pt>
  </dgm:ptLst>
  <dgm:cxnLst>
    <dgm:cxn modelId="{40A2D616-3389-49E2-A975-D29B778B9308}" type="presOf" srcId="{FA84DC4B-54E9-480A-AC1D-E596A234FAA7}" destId="{C1D5CFC0-946D-43AA-A0CD-453F02428B03}" srcOrd="0" destOrd="0" presId="urn:microsoft.com/office/officeart/2005/8/layout/StepDownProcess"/>
    <dgm:cxn modelId="{DCED191D-1F98-48EE-8D49-E658C0F8B381}" srcId="{0DBC4C5B-0E30-46D9-AAF6-226019D282D1}" destId="{FA84DC4B-54E9-480A-AC1D-E596A234FAA7}" srcOrd="0" destOrd="0" parTransId="{1D163682-B654-43E0-BD8C-444B5F55DD43}" sibTransId="{A2017C1F-2ADB-4408-8ED1-8CFB63B7C086}"/>
    <dgm:cxn modelId="{AFB1B82D-1F76-4C79-83EA-509A738B3E28}" srcId="{0DBC4C5B-0E30-46D9-AAF6-226019D282D1}" destId="{B83FCD9F-EFFD-44CB-899C-8CC98FD1D0D2}" srcOrd="3" destOrd="0" parTransId="{1EA9C5F1-82E3-4AEA-B42B-2499C826713F}" sibTransId="{4D92BA5F-1F64-4B13-9C64-F1156C13A319}"/>
    <dgm:cxn modelId="{6F0FD740-83C7-4D5F-9F87-259AE1DBA5F7}" type="presOf" srcId="{A63FC45F-D33B-4AF7-AE7B-321F535FCF4D}" destId="{89342051-741A-4807-BFF3-96E931A0B218}" srcOrd="0" destOrd="0" presId="urn:microsoft.com/office/officeart/2005/8/layout/StepDownProcess"/>
    <dgm:cxn modelId="{D9BF936C-644B-49DA-9C99-7398FC2A2E6E}" srcId="{0DBC4C5B-0E30-46D9-AAF6-226019D282D1}" destId="{A63FC45F-D33B-4AF7-AE7B-321F535FCF4D}" srcOrd="4" destOrd="0" parTransId="{784426C7-8779-45FB-ACC6-044F8692643E}" sibTransId="{8C3C6562-CBC1-4D22-9C4F-78A6E314DDC5}"/>
    <dgm:cxn modelId="{97863F70-C637-45C6-AA96-A1BDC42F9609}" srcId="{0DBC4C5B-0E30-46D9-AAF6-226019D282D1}" destId="{F946EFDD-BCCF-411C-8DD2-79A78FECD5A6}" srcOrd="1" destOrd="0" parTransId="{48EDA909-0354-4336-9F7A-3B3B33111B29}" sibTransId="{CBF93346-DA48-4C4C-8214-9F51C5F2B677}"/>
    <dgm:cxn modelId="{CF8F887B-BEDC-4B71-A00B-7E5784B87745}" type="presOf" srcId="{FD815CB0-5B79-4FC3-B6AC-199DD6156303}" destId="{4D977067-C0C6-45DC-8FA8-A672FB5044FF}" srcOrd="0" destOrd="0" presId="urn:microsoft.com/office/officeart/2005/8/layout/StepDownProcess"/>
    <dgm:cxn modelId="{66AF4A81-BF06-45FD-95B4-936C1D75B4E5}" srcId="{0DBC4C5B-0E30-46D9-AAF6-226019D282D1}" destId="{FD815CB0-5B79-4FC3-B6AC-199DD6156303}" srcOrd="2" destOrd="0" parTransId="{4DDC718C-B248-430C-9A1E-B6AFD57DA694}" sibTransId="{87791AD1-9EFA-4468-909B-518D653637E8}"/>
    <dgm:cxn modelId="{9863009E-6754-424B-A5BC-AA2C86D1ABA0}" type="presOf" srcId="{B83FCD9F-EFFD-44CB-899C-8CC98FD1D0D2}" destId="{CD264A05-0126-454A-B62E-34B37FA0BC11}" srcOrd="0" destOrd="0" presId="urn:microsoft.com/office/officeart/2005/8/layout/StepDownProcess"/>
    <dgm:cxn modelId="{49ACC4F7-C892-40CB-8010-C38D0B022FD4}" type="presOf" srcId="{F946EFDD-BCCF-411C-8DD2-79A78FECD5A6}" destId="{D304D787-28D4-49A6-B7AA-2F3E97438859}" srcOrd="0" destOrd="0" presId="urn:microsoft.com/office/officeart/2005/8/layout/StepDownProcess"/>
    <dgm:cxn modelId="{436860FC-33FC-496D-8787-449F3AFA5399}" type="presOf" srcId="{0DBC4C5B-0E30-46D9-AAF6-226019D282D1}" destId="{10C20127-1C40-49EA-B6A3-C7ADA4E55512}" srcOrd="0" destOrd="0" presId="urn:microsoft.com/office/officeart/2005/8/layout/StepDownProcess"/>
    <dgm:cxn modelId="{E99571D9-FAE5-4FCD-BCB3-CC038931B26C}" type="presParOf" srcId="{10C20127-1C40-49EA-B6A3-C7ADA4E55512}" destId="{B06113D5-ECB7-4C69-986B-0749D3821908}" srcOrd="0" destOrd="0" presId="urn:microsoft.com/office/officeart/2005/8/layout/StepDownProcess"/>
    <dgm:cxn modelId="{7BBD9AF6-AAE0-4525-882F-155C9D943A74}" type="presParOf" srcId="{B06113D5-ECB7-4C69-986B-0749D3821908}" destId="{B5946F8F-5858-46C4-A520-5F5B25579AD7}" srcOrd="0" destOrd="0" presId="urn:microsoft.com/office/officeart/2005/8/layout/StepDownProcess"/>
    <dgm:cxn modelId="{C348C2EB-29F6-4ECE-A675-CE2AE9DF97B6}" type="presParOf" srcId="{B06113D5-ECB7-4C69-986B-0749D3821908}" destId="{C1D5CFC0-946D-43AA-A0CD-453F02428B03}" srcOrd="1" destOrd="0" presId="urn:microsoft.com/office/officeart/2005/8/layout/StepDownProcess"/>
    <dgm:cxn modelId="{6B42B1E0-1F3C-42B1-B18D-A3D579D98DA6}" type="presParOf" srcId="{B06113D5-ECB7-4C69-986B-0749D3821908}" destId="{0BDED49F-FE63-4560-BC0A-3888E1AE159C}" srcOrd="2" destOrd="0" presId="urn:microsoft.com/office/officeart/2005/8/layout/StepDownProcess"/>
    <dgm:cxn modelId="{E0CC6FB5-9B54-4E14-B31C-5DF38755FDDD}" type="presParOf" srcId="{10C20127-1C40-49EA-B6A3-C7ADA4E55512}" destId="{CFD9BB73-FB68-49C7-BD83-2638842840EB}" srcOrd="1" destOrd="0" presId="urn:microsoft.com/office/officeart/2005/8/layout/StepDownProcess"/>
    <dgm:cxn modelId="{E6639326-BD00-452E-98D6-7CEF057BA29A}" type="presParOf" srcId="{10C20127-1C40-49EA-B6A3-C7ADA4E55512}" destId="{89A8C914-9693-4068-A7E5-C1E60A7E7972}" srcOrd="2" destOrd="0" presId="urn:microsoft.com/office/officeart/2005/8/layout/StepDownProcess"/>
    <dgm:cxn modelId="{647FCCF4-3652-49DE-AE8C-616ED4EDA3FB}" type="presParOf" srcId="{89A8C914-9693-4068-A7E5-C1E60A7E7972}" destId="{F2E9AA07-4A93-4F2C-B147-D984AC2EB7BB}" srcOrd="0" destOrd="0" presId="urn:microsoft.com/office/officeart/2005/8/layout/StepDownProcess"/>
    <dgm:cxn modelId="{9818A1E9-E4DA-48A4-9778-8D944027FF4E}" type="presParOf" srcId="{89A8C914-9693-4068-A7E5-C1E60A7E7972}" destId="{D304D787-28D4-49A6-B7AA-2F3E97438859}" srcOrd="1" destOrd="0" presId="urn:microsoft.com/office/officeart/2005/8/layout/StepDownProcess"/>
    <dgm:cxn modelId="{0CD094DD-A6E4-4901-99F5-332AB9B579C8}" type="presParOf" srcId="{89A8C914-9693-4068-A7E5-C1E60A7E7972}" destId="{0446912A-93F1-456A-959C-6F7E44C410CC}" srcOrd="2" destOrd="0" presId="urn:microsoft.com/office/officeart/2005/8/layout/StepDownProcess"/>
    <dgm:cxn modelId="{3E49A2CF-A2B1-4031-A4BC-49DADCC77E37}" type="presParOf" srcId="{10C20127-1C40-49EA-B6A3-C7ADA4E55512}" destId="{D9BB7268-DB95-4F67-BB1E-7912933C383D}" srcOrd="3" destOrd="0" presId="urn:microsoft.com/office/officeart/2005/8/layout/StepDownProcess"/>
    <dgm:cxn modelId="{65BE276B-72C8-401E-A130-6274F6F8DB1A}" type="presParOf" srcId="{10C20127-1C40-49EA-B6A3-C7ADA4E55512}" destId="{E7525E64-17F6-4980-BF62-9E46B4D95016}" srcOrd="4" destOrd="0" presId="urn:microsoft.com/office/officeart/2005/8/layout/StepDownProcess"/>
    <dgm:cxn modelId="{31AD3D0C-C33D-4D70-9E30-E61BF89CB44D}" type="presParOf" srcId="{E7525E64-17F6-4980-BF62-9E46B4D95016}" destId="{BD18B568-C466-416B-992C-E52690858CD4}" srcOrd="0" destOrd="0" presId="urn:microsoft.com/office/officeart/2005/8/layout/StepDownProcess"/>
    <dgm:cxn modelId="{7FBD0E6C-94FC-4638-BF3A-FDD67A0E3B94}" type="presParOf" srcId="{E7525E64-17F6-4980-BF62-9E46B4D95016}" destId="{4D977067-C0C6-45DC-8FA8-A672FB5044FF}" srcOrd="1" destOrd="0" presId="urn:microsoft.com/office/officeart/2005/8/layout/StepDownProcess"/>
    <dgm:cxn modelId="{4191D272-6B97-4647-AEE5-D767C738A13F}" type="presParOf" srcId="{E7525E64-17F6-4980-BF62-9E46B4D95016}" destId="{EC0A76E3-79B1-416F-A644-D075C3921E81}" srcOrd="2" destOrd="0" presId="urn:microsoft.com/office/officeart/2005/8/layout/StepDownProcess"/>
    <dgm:cxn modelId="{88376DD2-F54C-45BA-AABE-737A88857C32}" type="presParOf" srcId="{10C20127-1C40-49EA-B6A3-C7ADA4E55512}" destId="{2D7F16CE-5DC4-43AA-8B7F-D74170E5032A}" srcOrd="5" destOrd="0" presId="urn:microsoft.com/office/officeart/2005/8/layout/StepDownProcess"/>
    <dgm:cxn modelId="{4D7327BC-8799-4F54-8090-8853C4A9A064}" type="presParOf" srcId="{10C20127-1C40-49EA-B6A3-C7ADA4E55512}" destId="{C77EF927-14F3-435E-8A28-BDF097E2A8C1}" srcOrd="6" destOrd="0" presId="urn:microsoft.com/office/officeart/2005/8/layout/StepDownProcess"/>
    <dgm:cxn modelId="{95DB35C3-8E96-45EE-B352-51D418E560FB}" type="presParOf" srcId="{C77EF927-14F3-435E-8A28-BDF097E2A8C1}" destId="{E469FFD3-1E16-4E81-887F-D61C4DF91330}" srcOrd="0" destOrd="0" presId="urn:microsoft.com/office/officeart/2005/8/layout/StepDownProcess"/>
    <dgm:cxn modelId="{A380AD09-C9F1-42DD-9E60-418D0EED9ED9}" type="presParOf" srcId="{C77EF927-14F3-435E-8A28-BDF097E2A8C1}" destId="{CD264A05-0126-454A-B62E-34B37FA0BC11}" srcOrd="1" destOrd="0" presId="urn:microsoft.com/office/officeart/2005/8/layout/StepDownProcess"/>
    <dgm:cxn modelId="{71D4E298-8E62-4C2F-840B-0512FB359F67}" type="presParOf" srcId="{C77EF927-14F3-435E-8A28-BDF097E2A8C1}" destId="{C9414805-D6DE-4E92-B9E8-1B3105E006F9}" srcOrd="2" destOrd="0" presId="urn:microsoft.com/office/officeart/2005/8/layout/StepDownProcess"/>
    <dgm:cxn modelId="{3C501B4C-B50C-4B90-B3F3-7CAB63A57712}" type="presParOf" srcId="{10C20127-1C40-49EA-B6A3-C7ADA4E55512}" destId="{0D112634-A535-49B6-AA0F-2B8256E6A9B0}" srcOrd="7" destOrd="0" presId="urn:microsoft.com/office/officeart/2005/8/layout/StepDownProcess"/>
    <dgm:cxn modelId="{DBDB2E14-55B9-4290-9628-D869914170E8}" type="presParOf" srcId="{10C20127-1C40-49EA-B6A3-C7ADA4E55512}" destId="{D34E306D-67BA-4DAA-8FD9-B4AE78D47E59}" srcOrd="8" destOrd="0" presId="urn:microsoft.com/office/officeart/2005/8/layout/StepDownProcess"/>
    <dgm:cxn modelId="{B5409A76-7412-44EE-BDA8-DE012FCA4E27}" type="presParOf" srcId="{D34E306D-67BA-4DAA-8FD9-B4AE78D47E59}" destId="{89342051-741A-4807-BFF3-96E931A0B218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46F8F-5858-46C4-A520-5F5B25579AD7}">
      <dsp:nvSpPr>
        <dsp:cNvPr id="0" name=""/>
        <dsp:cNvSpPr/>
      </dsp:nvSpPr>
      <dsp:spPr>
        <a:xfrm rot="5400000">
          <a:off x="1279256" y="949999"/>
          <a:ext cx="826770" cy="94124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D5CFC0-946D-43AA-A0CD-453F02428B03}">
      <dsp:nvSpPr>
        <dsp:cNvPr id="0" name=""/>
        <dsp:cNvSpPr/>
      </dsp:nvSpPr>
      <dsp:spPr>
        <a:xfrm>
          <a:off x="1060212" y="33507"/>
          <a:ext cx="1391794" cy="974210"/>
        </a:xfrm>
        <a:prstGeom prst="roundRect">
          <a:avLst>
            <a:gd name="adj" fmla="val 1667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b="1" kern="12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rPr>
            <a:t>工站</a:t>
          </a:r>
        </a:p>
      </dsp:txBody>
      <dsp:txXfrm>
        <a:off x="1107778" y="81073"/>
        <a:ext cx="1296662" cy="879078"/>
      </dsp:txXfrm>
    </dsp:sp>
    <dsp:sp modelId="{0BDED49F-FE63-4560-BC0A-3888E1AE159C}">
      <dsp:nvSpPr>
        <dsp:cNvPr id="0" name=""/>
        <dsp:cNvSpPr/>
      </dsp:nvSpPr>
      <dsp:spPr>
        <a:xfrm>
          <a:off x="2655207" y="143358"/>
          <a:ext cx="1012258" cy="78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E9AA07-4A93-4F2C-B147-D984AC2EB7BB}">
      <dsp:nvSpPr>
        <dsp:cNvPr id="0" name=""/>
        <dsp:cNvSpPr/>
      </dsp:nvSpPr>
      <dsp:spPr>
        <a:xfrm rot="5400000">
          <a:off x="2433201" y="2044359"/>
          <a:ext cx="826770" cy="94124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5">
            <a:tint val="50000"/>
            <a:hueOff val="-3972209"/>
            <a:satOff val="82"/>
            <a:lumOff val="447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04D787-28D4-49A6-B7AA-2F3E97438859}">
      <dsp:nvSpPr>
        <dsp:cNvPr id="0" name=""/>
        <dsp:cNvSpPr/>
      </dsp:nvSpPr>
      <dsp:spPr>
        <a:xfrm>
          <a:off x="2214157" y="1127868"/>
          <a:ext cx="1391794" cy="974210"/>
        </a:xfrm>
        <a:prstGeom prst="roundRect">
          <a:avLst>
            <a:gd name="adj" fmla="val 16670"/>
          </a:avLst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rPr>
            <a:t>deck</a:t>
          </a:r>
          <a:endParaRPr lang="zh-CN" altLang="en-US" sz="1900" b="1" kern="1200" dirty="0">
            <a:solidFill>
              <a:schemeClr val="tx1"/>
            </a:solidFill>
            <a:latin typeface="Times New Roman" panose="02020603050405020304" pitchFamily="18" charset="0"/>
            <a:ea typeface="微软雅黑" panose="020B0503020204020204" pitchFamily="34" charset="-122"/>
            <a:cs typeface="Times New Roman" panose="02020603050405020304" pitchFamily="18" charset="0"/>
          </a:endParaRPr>
        </a:p>
      </dsp:txBody>
      <dsp:txXfrm>
        <a:off x="2261723" y="1175434"/>
        <a:ext cx="1296662" cy="879078"/>
      </dsp:txXfrm>
    </dsp:sp>
    <dsp:sp modelId="{0446912A-93F1-456A-959C-6F7E44C410CC}">
      <dsp:nvSpPr>
        <dsp:cNvPr id="0" name=""/>
        <dsp:cNvSpPr/>
      </dsp:nvSpPr>
      <dsp:spPr>
        <a:xfrm>
          <a:off x="3605951" y="1220781"/>
          <a:ext cx="1012258" cy="78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18B568-C466-416B-992C-E52690858CD4}">
      <dsp:nvSpPr>
        <dsp:cNvPr id="0" name=""/>
        <dsp:cNvSpPr/>
      </dsp:nvSpPr>
      <dsp:spPr>
        <a:xfrm rot="5400000">
          <a:off x="3587146" y="3138719"/>
          <a:ext cx="826770" cy="94124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5">
            <a:tint val="50000"/>
            <a:hueOff val="-7944419"/>
            <a:satOff val="165"/>
            <a:lumOff val="895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977067-C0C6-45DC-8FA8-A672FB5044FF}">
      <dsp:nvSpPr>
        <dsp:cNvPr id="0" name=""/>
        <dsp:cNvSpPr/>
      </dsp:nvSpPr>
      <dsp:spPr>
        <a:xfrm>
          <a:off x="3368102" y="2222228"/>
          <a:ext cx="1391794" cy="974210"/>
        </a:xfrm>
        <a:prstGeom prst="roundRect">
          <a:avLst>
            <a:gd name="adj" fmla="val 1667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b="1" kern="12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rPr>
            <a:t>warehouse</a:t>
          </a:r>
          <a:endParaRPr lang="zh-CN" altLang="en-US" sz="1900" b="1" kern="1200" dirty="0">
            <a:solidFill>
              <a:schemeClr val="tx1"/>
            </a:solidFill>
            <a:latin typeface="Times New Roman" panose="02020603050405020304" pitchFamily="18" charset="0"/>
            <a:ea typeface="微软雅黑" panose="020B0503020204020204" pitchFamily="34" charset="-122"/>
            <a:cs typeface="Times New Roman" panose="02020603050405020304" pitchFamily="18" charset="0"/>
          </a:endParaRPr>
        </a:p>
      </dsp:txBody>
      <dsp:txXfrm>
        <a:off x="3415668" y="2269794"/>
        <a:ext cx="1296662" cy="879078"/>
      </dsp:txXfrm>
    </dsp:sp>
    <dsp:sp modelId="{EC0A76E3-79B1-416F-A644-D075C3921E81}">
      <dsp:nvSpPr>
        <dsp:cNvPr id="0" name=""/>
        <dsp:cNvSpPr/>
      </dsp:nvSpPr>
      <dsp:spPr>
        <a:xfrm>
          <a:off x="4759897" y="2315141"/>
          <a:ext cx="1012258" cy="78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69FFD3-1E16-4E81-887F-D61C4DF91330}">
      <dsp:nvSpPr>
        <dsp:cNvPr id="0" name=""/>
        <dsp:cNvSpPr/>
      </dsp:nvSpPr>
      <dsp:spPr>
        <a:xfrm rot="5400000">
          <a:off x="4741091" y="4233079"/>
          <a:ext cx="826770" cy="94124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5">
            <a:tint val="50000"/>
            <a:hueOff val="-11916628"/>
            <a:satOff val="247"/>
            <a:lumOff val="134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264A05-0126-454A-B62E-34B37FA0BC11}">
      <dsp:nvSpPr>
        <dsp:cNvPr id="0" name=""/>
        <dsp:cNvSpPr/>
      </dsp:nvSpPr>
      <dsp:spPr>
        <a:xfrm>
          <a:off x="4522048" y="3316588"/>
          <a:ext cx="1391794" cy="974210"/>
        </a:xfrm>
        <a:prstGeom prst="roundRect">
          <a:avLst>
            <a:gd name="adj" fmla="val 16670"/>
          </a:avLst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300" b="1" kern="12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rPr>
            <a:t>Carriers</a:t>
          </a:r>
          <a:endParaRPr lang="zh-CN" altLang="en-US" sz="2300" b="1" kern="1200" dirty="0">
            <a:solidFill>
              <a:schemeClr val="tx1"/>
            </a:solidFill>
            <a:latin typeface="Times New Roman" panose="02020603050405020304" pitchFamily="18" charset="0"/>
            <a:ea typeface="微软雅黑" panose="020B0503020204020204" pitchFamily="34" charset="-122"/>
            <a:cs typeface="Times New Roman" panose="02020603050405020304" pitchFamily="18" charset="0"/>
          </a:endParaRPr>
        </a:p>
      </dsp:txBody>
      <dsp:txXfrm>
        <a:off x="4569614" y="3364154"/>
        <a:ext cx="1296662" cy="879078"/>
      </dsp:txXfrm>
    </dsp:sp>
    <dsp:sp modelId="{C9414805-D6DE-4E92-B9E8-1B3105E006F9}">
      <dsp:nvSpPr>
        <dsp:cNvPr id="0" name=""/>
        <dsp:cNvSpPr/>
      </dsp:nvSpPr>
      <dsp:spPr>
        <a:xfrm>
          <a:off x="5913842" y="3409501"/>
          <a:ext cx="1012258" cy="78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342051-741A-4807-BFF3-96E931A0B218}">
      <dsp:nvSpPr>
        <dsp:cNvPr id="0" name=""/>
        <dsp:cNvSpPr/>
      </dsp:nvSpPr>
      <dsp:spPr>
        <a:xfrm>
          <a:off x="5675993" y="4410948"/>
          <a:ext cx="1391794" cy="974210"/>
        </a:xfrm>
        <a:prstGeom prst="roundRect">
          <a:avLst>
            <a:gd name="adj" fmla="val 1667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300" b="1" kern="120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rPr>
            <a:t>Bottle</a:t>
          </a:r>
          <a:endParaRPr lang="zh-CN" altLang="en-US" sz="2300" b="1" kern="1200" dirty="0">
            <a:solidFill>
              <a:schemeClr val="tx1"/>
            </a:solidFill>
            <a:latin typeface="Times New Roman" panose="02020603050405020304" pitchFamily="18" charset="0"/>
            <a:ea typeface="微软雅黑" panose="020B0503020204020204" pitchFamily="34" charset="-122"/>
            <a:cs typeface="Times New Roman" panose="02020603050405020304" pitchFamily="18" charset="0"/>
          </a:endParaRPr>
        </a:p>
      </dsp:txBody>
      <dsp:txXfrm>
        <a:off x="5723559" y="4458514"/>
        <a:ext cx="1296662" cy="8790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775001-B0F1-4CAE-8A10-BC40B7B8DE3B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660E65-DB20-4D60-A0F5-C2FA9A0923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522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93F23FF-6C20-4B47-824A-7AAE229416F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CE88FA-A3C7-83A9-4C68-78791F1F1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B05555F-4751-EDBD-FB26-D11FA77A9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8CF230-4CF7-7681-41A8-AE4C7424B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03E61-6680-41EA-9B26-8709BEC57CBE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FD850A-DFC6-CE9D-BBFB-8129EA8BD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4EA04C-7A42-B325-E0CE-9811B1F67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17C7-A51F-41A4-976F-F5B85DBBF3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737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E5C8AA-CF6A-0635-4098-A276A5111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4CB459-A9B1-87B0-EF89-7B9FAC23E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511379-FE57-7535-D7A9-022645D4D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03E61-6680-41EA-9B26-8709BEC57CBE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2DCB32-A41B-0D8D-64B7-155FA4E15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A4F73F-092F-B484-5AD2-E71B71A5B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17C7-A51F-41A4-976F-F5B85DBBF3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192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F86603-C6AC-B284-E2B9-F96E82FBC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834234-3701-F2D8-B148-BD623B048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F785CE-4FCB-5DA7-E49A-39DEF3D93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03E61-6680-41EA-9B26-8709BEC57CBE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4D6C19-684D-B9CD-154A-11E134C81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4EB5A4-99C4-99A7-3E9B-58F8BC6EA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17C7-A51F-41A4-976F-F5B85DBBF3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159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967C69-026F-CCB6-69C4-7611D6E4F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3AB966-FACC-994F-6330-132E41D8F5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75E015-6817-E61D-6620-6BCF65E85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BA3C86-96F4-78BF-B856-C7A778255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03E61-6680-41EA-9B26-8709BEC57CBE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F720B7-5E73-3CDB-3362-0DA4A77E6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66B096-FAFC-C2C2-0C00-FE613FFA6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17C7-A51F-41A4-976F-F5B85DBBF3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219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D66429-59D9-EF4F-4BDC-594619D30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E8B518-70EE-9DF7-E59E-74160DAA9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AFAC3C-1F44-9391-465C-8A37B19CC0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845C2DE-C4E6-64B0-EE24-2CC74B4965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810A51-3C2F-83E0-794B-53E5963140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EA5DC9C-D337-F3FA-8D8A-2AE5433C3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03E61-6680-41EA-9B26-8709BEC57CBE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2043566-CDCF-C089-40BC-5DA7E4AEE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8D62E4-9AA4-B919-1F79-208AD27B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17C7-A51F-41A4-976F-F5B85DBBF3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337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02A848-5318-E3F8-401D-41BBE0E3D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D5A6877-550E-2B14-01F1-CC5C5DD7C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03E61-6680-41EA-9B26-8709BEC57CBE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4969CC-5ABA-00F4-112A-17356B42F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E7BD8A-7575-350F-2F0E-7BF123E9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17C7-A51F-41A4-976F-F5B85DBBF3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959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2C13718-B3AB-824B-BF5B-9E6FC550D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03E61-6680-41EA-9B26-8709BEC57CBE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F66A896-22D8-58FB-3224-D12EC018A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B1D545-4BD8-60B3-28B8-7518FBD9C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17C7-A51F-41A4-976F-F5B85DBBF3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739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9A01F-2461-7744-38A5-CBC35191F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A979E6-F466-6FD8-8A44-25095F383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2AEFCE-8DA0-036B-0416-9C65DA403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6AF268-7B04-D2AD-6578-39F6AF314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03E61-6680-41EA-9B26-8709BEC57CBE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6754F6-BA37-5174-96F0-8E69DA5CB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453B53-D177-2305-1E60-4FA25F40C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17C7-A51F-41A4-976F-F5B85DBBF3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449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8A56BA-5024-48C3-34A0-745DA4874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EA6014D-BA5E-0F53-C3CC-308CD80296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F05CBF-9728-3546-ADB3-EBAD8831D1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BCF64F-618E-ACFF-D486-C2B76B437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03E61-6680-41EA-9B26-8709BEC57CBE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23E9E1-2F76-E7D6-127E-F61935283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C6BC5E-D061-1BE2-F90F-1C505ED6C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17C7-A51F-41A4-976F-F5B85DBBF3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523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5EE313-2980-E203-B68B-786DA6756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3D128D-2013-E8B0-EA9B-A106AE23B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452C46-ED91-2612-BCAA-7D43EB38A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03E61-6680-41EA-9B26-8709BEC57CBE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3CE748-5293-2881-129E-E796D7643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FAEEF3-6DA6-BFA0-6D5F-FF2AF2231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17C7-A51F-41A4-976F-F5B85DBBF3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299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23B2953-ECFA-6A47-C165-C189BE50BB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413263B-AD16-1027-BB49-5E50B2B05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3B188D-43E5-36C9-5AC8-D44102E23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03E61-6680-41EA-9B26-8709BEC57CBE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28C184-D9E1-B385-005A-AF9B54969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3771E1-C017-A1AB-C9C1-18EEEBB43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17C7-A51F-41A4-976F-F5B85DBBF3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118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02-白底蓝杠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图像" descr="图像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8830623" y="410014"/>
            <a:ext cx="2933938" cy="28800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" name="矩形 18"/>
          <p:cNvSpPr/>
          <p:nvPr userDrawn="1"/>
        </p:nvSpPr>
        <p:spPr>
          <a:xfrm>
            <a:off x="8830623" y="194140"/>
            <a:ext cx="3025377" cy="521335"/>
          </a:xfrm>
          <a:prstGeom prst="rect">
            <a:avLst/>
          </a:prstGeom>
          <a:solidFill>
            <a:srgbClr val="FFFFFF"/>
          </a:solidFill>
          <a:ln w="25400" cap="flat">
            <a:noFill/>
            <a:prstDash val="solid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8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FZLanTingHeiS-B-GB"/>
              <a:ea typeface="FZLanTingHeiS-B-GB"/>
              <a:cs typeface="FZLanTingHeiS-B-GB"/>
              <a:sym typeface="FZLanTingHeiS-B-GB"/>
            </a:endParaRPr>
          </a:p>
        </p:txBody>
      </p:sp>
    </p:spTree>
    <p:extLst>
      <p:ext uri="{BB962C8B-B14F-4D97-AF65-F5344CB8AC3E}">
        <p14:creationId xmlns:p14="http://schemas.microsoft.com/office/powerpoint/2010/main" val="206422705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A306359-7B61-7B47-3E30-B734F6E06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3C6F5A-D81F-4E2B-ECCD-A77AFA773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528506-5BDB-69A7-21AA-0FE8663D8B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103E61-6680-41EA-9B26-8709BEC57CBE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071EFC-CACC-BE1B-AA6A-594E7D256A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462BA1-0275-CA29-4D14-697E0D447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FC17C7-A51F-41A4-976F-F5B85DBBF3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80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 1"/>
          <p:cNvSpPr>
            <a:spLocks noGrp="1"/>
          </p:cNvSpPr>
          <p:nvPr/>
        </p:nvSpPr>
        <p:spPr>
          <a:xfrm>
            <a:off x="317498" y="312420"/>
            <a:ext cx="8890002" cy="522605"/>
          </a:xfrm>
          <a:prstGeom prst="rect">
            <a:avLst/>
          </a:prstGeom>
        </p:spPr>
        <p:txBody>
          <a:bodyPr/>
          <a:lstStyle>
            <a:lvl1pPr marL="0" marR="0" indent="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1" i="0" u="none" strike="noStrike" cap="none" spc="0" baseline="0">
                <a:solidFill>
                  <a:srgbClr val="292896"/>
                </a:solidFill>
                <a:uFillTx/>
                <a:latin typeface="Source Han Sans CN Normal" panose="020B0200000000000000" charset="-122"/>
                <a:ea typeface="Source Han Sans CN Normal" panose="020B0200000000000000" charset="-122"/>
                <a:cs typeface="Source Han Sans CN Normal" panose="020B0200000000000000" charset="-122"/>
                <a:sym typeface="Source Han Sans CN Normal" panose="020B0200000000000000" charset="-122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ource Han Sans CN Regular" panose="020B0200000000000000" charset="-122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ource Han Sans CN Regular" panose="020B0200000000000000" charset="-122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ource Han Sans CN Regular" panose="020B0200000000000000" charset="-122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ource Han Sans CN Regular" panose="020B0200000000000000" charset="-122"/>
              </a:defRPr>
            </a:lvl5pPr>
            <a:lvl6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ource Han Sans CN Regular" panose="020B0200000000000000" charset="-122"/>
              </a:defRPr>
            </a:lvl6pPr>
            <a:lvl7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ource Han Sans CN Regular" panose="020B0200000000000000" charset="-122"/>
              </a:defRPr>
            </a:lvl7pPr>
            <a:lvl8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ource Han Sans CN Regular" panose="020B0200000000000000" charset="-122"/>
              </a:defRPr>
            </a:lvl8pPr>
            <a:lvl9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ource Han Sans CN Regular" panose="020B0200000000000000" charset="-122"/>
              </a:defRPr>
            </a:lvl9pPr>
          </a:lstStyle>
          <a:p>
            <a:pPr algn="l"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charset="0"/>
              </a:rPr>
              <a:t>1. </a:t>
            </a:r>
            <a:r>
              <a:rPr lang="en-US" altLang="zh-CN" sz="2400" kern="0" dirty="0" err="1">
                <a:latin typeface="Source Han Sans CN Medium" panose="020B0200000000000000" charset="-122"/>
                <a:ea typeface="Source Han Sans CN Medium" panose="020B0200000000000000" charset="-122"/>
                <a:sym typeface="Source Han Sans CN Medium" panose="020B0200000000000000" charset="-122"/>
              </a:rPr>
              <a:t>UnilabOS</a:t>
            </a:r>
            <a:r>
              <a:rPr lang="zh-CN" altLang="en-US" sz="2400" kern="0" dirty="0">
                <a:latin typeface="Source Han Sans CN Medium" panose="020B0200000000000000" charset="-122"/>
                <a:ea typeface="Source Han Sans CN Medium" panose="020B0200000000000000" charset="-122"/>
                <a:sym typeface="Source Han Sans CN Medium" panose="020B0200000000000000" charset="-122"/>
              </a:rPr>
              <a:t>系统</a:t>
            </a:r>
            <a:r>
              <a:rPr lang="en-US" altLang="zh-CN" sz="2400" kern="0" dirty="0">
                <a:latin typeface="Source Han Sans CN Medium" panose="020B0200000000000000" charset="-122"/>
                <a:ea typeface="Source Han Sans CN Medium" panose="020B0200000000000000" charset="-122"/>
                <a:sym typeface="Source Han Sans CN Medium" panose="020B0200000000000000" charset="-122"/>
              </a:rPr>
              <a:t>——</a:t>
            </a:r>
            <a:r>
              <a:rPr lang="zh-CN" altLang="en-US" sz="2400" kern="0" dirty="0">
                <a:latin typeface="Source Han Sans CN Medium" panose="020B0200000000000000" charset="-122"/>
                <a:ea typeface="Source Han Sans CN Medium" panose="020B0200000000000000" charset="-122"/>
                <a:sym typeface="Source Han Sans CN Medium" panose="020B0200000000000000" charset="-122"/>
              </a:rPr>
              <a:t>设计框架</a:t>
            </a:r>
            <a:endParaRPr lang="en-US" altLang="zh-CN" sz="2400" kern="0" dirty="0">
              <a:latin typeface="Source Han Sans CN Medium" panose="020B0200000000000000" charset="-122"/>
              <a:ea typeface="Source Han Sans CN Medium" panose="020B0200000000000000" charset="-122"/>
              <a:sym typeface="Source Han Sans CN Medium" panose="020B02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04ABD88-57BF-EC53-5BB1-552D8F81F2DC}"/>
              </a:ext>
            </a:extLst>
          </p:cNvPr>
          <p:cNvGrpSpPr/>
          <p:nvPr/>
        </p:nvGrpSpPr>
        <p:grpSpPr>
          <a:xfrm>
            <a:off x="56562" y="952500"/>
            <a:ext cx="12135438" cy="5622721"/>
            <a:chOff x="56562" y="952500"/>
            <a:chExt cx="12135438" cy="5622721"/>
          </a:xfrm>
        </p:grpSpPr>
        <p:sp>
          <p:nvSpPr>
            <p:cNvPr id="2" name="矩形 1"/>
            <p:cNvSpPr/>
            <p:nvPr/>
          </p:nvSpPr>
          <p:spPr>
            <a:xfrm>
              <a:off x="7288107" y="5264889"/>
              <a:ext cx="3870960" cy="607609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工站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硬件（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PLC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or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API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6" name="矩形: 圆角 5"/>
            <p:cNvSpPr/>
            <p:nvPr/>
          </p:nvSpPr>
          <p:spPr>
            <a:xfrm>
              <a:off x="7009977" y="2965872"/>
              <a:ext cx="4533900" cy="83058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kern="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ource Han Sans CN Medium" panose="020B0200000000000000" charset="-122"/>
                </a:rPr>
                <a:t>UnilabOS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7128087" y="1527032"/>
              <a:ext cx="1767840" cy="762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云端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显示</a:t>
              </a:r>
            </a:p>
          </p:txBody>
        </p:sp>
        <p:sp>
          <p:nvSpPr>
            <p:cNvPr id="8" name="箭头: 下 7"/>
            <p:cNvSpPr/>
            <p:nvPr/>
          </p:nvSpPr>
          <p:spPr>
            <a:xfrm>
              <a:off x="10160847" y="3843759"/>
              <a:ext cx="335280" cy="1363980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箭头: 下 9"/>
            <p:cNvSpPr/>
            <p:nvPr/>
          </p:nvSpPr>
          <p:spPr>
            <a:xfrm flipV="1">
              <a:off x="10526607" y="3843759"/>
              <a:ext cx="335280" cy="1363980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箭头: 下 10"/>
            <p:cNvSpPr/>
            <p:nvPr/>
          </p:nvSpPr>
          <p:spPr>
            <a:xfrm>
              <a:off x="7646247" y="3843759"/>
              <a:ext cx="335280" cy="1363980"/>
            </a:xfrm>
            <a:prstGeom prst="down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箭头: 下 11"/>
            <p:cNvSpPr/>
            <p:nvPr/>
          </p:nvSpPr>
          <p:spPr>
            <a:xfrm flipV="1">
              <a:off x="8012007" y="3843759"/>
              <a:ext cx="335280" cy="1363980"/>
            </a:xfrm>
            <a:prstGeom prst="down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箭头: 下 12"/>
            <p:cNvSpPr/>
            <p:nvPr/>
          </p:nvSpPr>
          <p:spPr>
            <a:xfrm>
              <a:off x="7745307" y="2336339"/>
              <a:ext cx="137160" cy="594360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箭头: 下 13"/>
            <p:cNvSpPr/>
            <p:nvPr/>
          </p:nvSpPr>
          <p:spPr>
            <a:xfrm flipV="1">
              <a:off x="8111067" y="2336339"/>
              <a:ext cx="137160" cy="594360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0858077" y="4386546"/>
              <a:ext cx="11984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工站驱动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411807" y="2414454"/>
              <a:ext cx="1600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Websocket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411807" y="4386546"/>
              <a:ext cx="1234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物料管理</a:t>
              </a:r>
            </a:p>
          </p:txBody>
        </p:sp>
        <p:sp>
          <p:nvSpPr>
            <p:cNvPr id="21" name="箭头: 下 20"/>
            <p:cNvSpPr/>
            <p:nvPr/>
          </p:nvSpPr>
          <p:spPr>
            <a:xfrm>
              <a:off x="10206569" y="2336339"/>
              <a:ext cx="137160" cy="594360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箭头: 下 21"/>
            <p:cNvSpPr/>
            <p:nvPr/>
          </p:nvSpPr>
          <p:spPr>
            <a:xfrm flipV="1">
              <a:off x="10572329" y="2336339"/>
              <a:ext cx="137160" cy="594360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0858077" y="2290966"/>
              <a:ext cx="13339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强化学习</a:t>
              </a:r>
              <a:r>
                <a:rPr lang="en-US" altLang="zh-CN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</a:p>
            <a:p>
              <a:r>
                <a:rPr lang="zh-CN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主动学习</a:t>
              </a:r>
              <a:endPara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星形: 七角 24"/>
            <p:cNvSpPr/>
            <p:nvPr/>
          </p:nvSpPr>
          <p:spPr>
            <a:xfrm>
              <a:off x="9190567" y="1179236"/>
              <a:ext cx="2556148" cy="1172041"/>
            </a:xfrm>
            <a:prstGeom prst="star7">
              <a:avLst>
                <a:gd name="adj" fmla="val 31511"/>
                <a:gd name="hf" fmla="val 102572"/>
                <a:gd name="vf" fmla="val 105210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算法优化</a:t>
              </a:r>
              <a:endPara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（适配性）</a:t>
              </a: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562" y="1179236"/>
              <a:ext cx="6142937" cy="48998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6" name="直接连接符 25"/>
            <p:cNvCxnSpPr/>
            <p:nvPr/>
          </p:nvCxnSpPr>
          <p:spPr>
            <a:xfrm>
              <a:off x="6302248" y="952500"/>
              <a:ext cx="0" cy="5435600"/>
            </a:xfrm>
            <a:prstGeom prst="line">
              <a:avLst/>
            </a:prstGeom>
            <a:ln w="19050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/>
          </p:nvSpPr>
          <p:spPr>
            <a:xfrm>
              <a:off x="1304404" y="6175111"/>
              <a:ext cx="3647252" cy="4001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zh-CN" sz="2000" kern="0" dirty="0" err="1">
                  <a:latin typeface="Source Han Sans CN Medium" panose="020B0200000000000000" charset="-122"/>
                  <a:ea typeface="Source Han Sans CN Medium" panose="020B0200000000000000" charset="-122"/>
                  <a:sym typeface="Source Han Sans CN Medium" panose="020B0200000000000000" charset="-122"/>
                </a:rPr>
                <a:t>UnilabOS</a:t>
              </a:r>
              <a:r>
                <a:rPr lang="zh-CN" altLang="en-US" sz="2000" kern="0" dirty="0">
                  <a:latin typeface="Source Han Sans CN Medium" panose="020B0200000000000000" charset="-122"/>
                  <a:ea typeface="Source Han Sans CN Medium" panose="020B0200000000000000" charset="-122"/>
                  <a:sym typeface="Source Han Sans CN Medium" panose="020B0200000000000000" charset="-122"/>
                </a:rPr>
                <a:t>系统内核设计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FZLanTingHeiS-B-GB"/>
                </a:rPr>
                <a:t>总览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FZLanTingHeiS-B-GB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907577" y="6175111"/>
              <a:ext cx="4738699" cy="4001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zh-CN" sz="2000" kern="0" dirty="0" err="1">
                  <a:latin typeface="Source Han Sans CN Medium" panose="020B0200000000000000" charset="-122"/>
                  <a:ea typeface="Source Han Sans CN Medium" panose="020B0200000000000000" charset="-122"/>
                  <a:sym typeface="Source Han Sans CN Medium" panose="020B0200000000000000" charset="-122"/>
                </a:rPr>
                <a:t>UnilabOS</a:t>
              </a:r>
              <a:r>
                <a:rPr lang="zh-CN" altLang="en-US" sz="2000" kern="0" dirty="0">
                  <a:latin typeface="Source Han Sans CN Medium" panose="020B0200000000000000" charset="-122"/>
                  <a:ea typeface="Source Han Sans CN Medium" panose="020B0200000000000000" charset="-122"/>
                  <a:sym typeface="Source Han Sans CN Medium" panose="020B0200000000000000" charset="-122"/>
                </a:rPr>
                <a:t>系统用户及二次开发者理解图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FZLanTingHeiS-B-GB"/>
              </a:endParaRPr>
            </a:p>
          </p:txBody>
        </p:sp>
      </p:grp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AE99C-7DC6-DEA1-D5D4-22212EB5F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15A6354-A445-D936-4638-6601AD1E03EE}"/>
              </a:ext>
            </a:extLst>
          </p:cNvPr>
          <p:cNvGrpSpPr/>
          <p:nvPr/>
        </p:nvGrpSpPr>
        <p:grpSpPr>
          <a:xfrm>
            <a:off x="-451942" y="1055528"/>
            <a:ext cx="12496801" cy="5418667"/>
            <a:chOff x="-451942" y="1055528"/>
            <a:chExt cx="12496801" cy="5418667"/>
          </a:xfrm>
        </p:grpSpPr>
        <p:graphicFrame>
          <p:nvGraphicFramePr>
            <p:cNvPr id="18" name="图示 17">
              <a:extLst>
                <a:ext uri="{FF2B5EF4-FFF2-40B4-BE49-F238E27FC236}">
                  <a16:creationId xmlns:a16="http://schemas.microsoft.com/office/drawing/2014/main" id="{D97E69AB-2EA5-5FC6-3B87-BE2BC75F7B3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428777244"/>
                </p:ext>
              </p:extLst>
            </p:nvPr>
          </p:nvGraphicFramePr>
          <p:xfrm>
            <a:off x="-451942" y="1055528"/>
            <a:ext cx="8128000" cy="541866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E7B4D95-71CE-614E-7109-49542A4DB98F}"/>
                </a:ext>
              </a:extLst>
            </p:cNvPr>
            <p:cNvSpPr txBox="1"/>
            <p:nvPr/>
          </p:nvSpPr>
          <p:spPr>
            <a:xfrm>
              <a:off x="2172724" y="1422400"/>
              <a:ext cx="85181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直接与</a:t>
              </a:r>
              <a:r>
                <a:rPr lang="en-US" altLang="zh-CN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UnilabOS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交互信息（驱动及物料信息）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7E0E355-6604-0373-AA9F-08CDA113D4EA}"/>
                </a:ext>
              </a:extLst>
            </p:cNvPr>
            <p:cNvSpPr txBox="1"/>
            <p:nvPr/>
          </p:nvSpPr>
          <p:spPr>
            <a:xfrm>
              <a:off x="3358058" y="2482993"/>
              <a:ext cx="6146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所有物料信息均在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deck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上执行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8850B73-A0EE-2BAA-A4C2-D45610FC3F8B}"/>
                </a:ext>
              </a:extLst>
            </p:cNvPr>
            <p:cNvSpPr txBox="1"/>
            <p:nvPr/>
          </p:nvSpPr>
          <p:spPr>
            <a:xfrm>
              <a:off x="4678858" y="3601252"/>
              <a:ext cx="6146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deck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中固定放置载具的位置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4D5B7033-A029-BDB9-7611-AA616B882D0B}"/>
                </a:ext>
              </a:extLst>
            </p:cNvPr>
            <p:cNvSpPr txBox="1"/>
            <p:nvPr/>
          </p:nvSpPr>
          <p:spPr>
            <a:xfrm>
              <a:off x="5898059" y="4668391"/>
              <a:ext cx="6146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包含不同孔位信息及下级物料信息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64D2562-6AEF-AA25-6809-07A2E48BF9AA}"/>
                </a:ext>
              </a:extLst>
            </p:cNvPr>
            <p:cNvSpPr txBox="1"/>
            <p:nvPr/>
          </p:nvSpPr>
          <p:spPr>
            <a:xfrm>
              <a:off x="6871725" y="5802472"/>
              <a:ext cx="50122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包含试剂信息</a:t>
              </a:r>
            </a:p>
          </p:txBody>
        </p:sp>
      </p:grpSp>
      <p:sp>
        <p:nvSpPr>
          <p:cNvPr id="3" name="标题 1">
            <a:extLst>
              <a:ext uri="{FF2B5EF4-FFF2-40B4-BE49-F238E27FC236}">
                <a16:creationId xmlns:a16="http://schemas.microsoft.com/office/drawing/2014/main" id="{FBCAE44A-C7BD-F8BF-2B9D-3742BFC97030}"/>
              </a:ext>
            </a:extLst>
          </p:cNvPr>
          <p:cNvSpPr>
            <a:spLocks noGrp="1"/>
          </p:cNvSpPr>
          <p:nvPr/>
        </p:nvSpPr>
        <p:spPr>
          <a:xfrm>
            <a:off x="317498" y="312420"/>
            <a:ext cx="8890002" cy="522605"/>
          </a:xfrm>
          <a:prstGeom prst="rect">
            <a:avLst/>
          </a:prstGeom>
        </p:spPr>
        <p:txBody>
          <a:bodyPr/>
          <a:lstStyle>
            <a:lvl1pPr marL="0" marR="0" indent="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1" i="0" u="none" strike="noStrike" cap="none" spc="0" baseline="0">
                <a:solidFill>
                  <a:srgbClr val="292896"/>
                </a:solidFill>
                <a:uFillTx/>
                <a:latin typeface="Source Han Sans CN Normal" panose="020B0200000000000000" charset="-122"/>
                <a:ea typeface="Source Han Sans CN Normal" panose="020B0200000000000000" charset="-122"/>
                <a:cs typeface="Source Han Sans CN Normal" panose="020B0200000000000000" charset="-122"/>
                <a:sym typeface="Source Han Sans CN Normal" panose="020B0200000000000000" charset="-122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ource Han Sans CN Regular" panose="020B0200000000000000" charset="-122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ource Han Sans CN Regular" panose="020B0200000000000000" charset="-122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ource Han Sans CN Regular" panose="020B0200000000000000" charset="-122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ource Han Sans CN Regular" panose="020B0200000000000000" charset="-122"/>
              </a:defRPr>
            </a:lvl5pPr>
            <a:lvl6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ource Han Sans CN Regular" panose="020B0200000000000000" charset="-122"/>
              </a:defRPr>
            </a:lvl6pPr>
            <a:lvl7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ource Han Sans CN Regular" panose="020B0200000000000000" charset="-122"/>
              </a:defRPr>
            </a:lvl7pPr>
            <a:lvl8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ource Han Sans CN Regular" panose="020B0200000000000000" charset="-122"/>
              </a:defRPr>
            </a:lvl8pPr>
            <a:lvl9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ource Han Sans CN Regular" panose="020B0200000000000000" charset="-122"/>
              </a:defRPr>
            </a:lvl9pPr>
          </a:lstStyle>
          <a:p>
            <a:pPr algn="l"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charset="0"/>
              </a:rPr>
              <a:t>1. </a:t>
            </a:r>
            <a:r>
              <a:rPr lang="en-US" altLang="zh-CN" sz="2400" kern="0" dirty="0" err="1">
                <a:latin typeface="Source Han Sans CN Medium" panose="020B0200000000000000" charset="-122"/>
                <a:ea typeface="Source Han Sans CN Medium" panose="020B0200000000000000" charset="-122"/>
                <a:sym typeface="Source Han Sans CN Medium" panose="020B0200000000000000" charset="-122"/>
              </a:rPr>
              <a:t>UnilabOS</a:t>
            </a:r>
            <a:r>
              <a:rPr lang="zh-CN" altLang="en-US" sz="2400" kern="0" dirty="0">
                <a:latin typeface="Source Han Sans CN Medium" panose="020B0200000000000000" charset="-122"/>
                <a:ea typeface="Source Han Sans CN Medium" panose="020B0200000000000000" charset="-122"/>
                <a:sym typeface="Source Han Sans CN Medium" panose="020B0200000000000000" charset="-122"/>
              </a:rPr>
              <a:t>系统</a:t>
            </a:r>
            <a:r>
              <a:rPr lang="en-US" altLang="zh-CN" sz="2400" kern="0" dirty="0">
                <a:latin typeface="Source Han Sans CN Medium" panose="020B0200000000000000" charset="-122"/>
                <a:ea typeface="Source Han Sans CN Medium" panose="020B0200000000000000" charset="-122"/>
                <a:sym typeface="Source Han Sans CN Medium" panose="020B0200000000000000" charset="-122"/>
              </a:rPr>
              <a:t>——</a:t>
            </a:r>
            <a:r>
              <a:rPr lang="zh-CN" altLang="en-US" sz="2400" kern="0" dirty="0">
                <a:latin typeface="Source Han Sans CN Medium" panose="020B0200000000000000" charset="-122"/>
                <a:ea typeface="Source Han Sans CN Medium" panose="020B0200000000000000" charset="-122"/>
                <a:sym typeface="Source Han Sans CN Medium" panose="020B0200000000000000" charset="-122"/>
              </a:rPr>
              <a:t>物料信息层级设计</a:t>
            </a:r>
            <a:endParaRPr lang="en-US" altLang="zh-CN" sz="2400" kern="0" dirty="0">
              <a:latin typeface="Source Han Sans CN Medium" panose="020B0200000000000000" charset="-122"/>
              <a:ea typeface="Source Han Sans CN Medium" panose="020B0200000000000000" charset="-122"/>
              <a:sym typeface="Source Han Sans CN Medium" panose="020B02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342436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F0179-969D-80A8-8902-F08C089F8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形用户界面, 表格&#10;&#10;AI 生成的内容可能不正确。">
            <a:extLst>
              <a:ext uri="{FF2B5EF4-FFF2-40B4-BE49-F238E27FC236}">
                <a16:creationId xmlns:a16="http://schemas.microsoft.com/office/drawing/2014/main" id="{C12B4880-EC65-DAF1-7A68-81D498F42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8443"/>
            <a:ext cx="12192000" cy="630111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8FAE969-9CCC-87E2-8155-D06096CF760D}"/>
              </a:ext>
            </a:extLst>
          </p:cNvPr>
          <p:cNvSpPr/>
          <p:nvPr/>
        </p:nvSpPr>
        <p:spPr>
          <a:xfrm>
            <a:off x="306020" y="2801721"/>
            <a:ext cx="10717986" cy="34381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4ADA5A0-8DAE-5715-D49E-4F07BAFE03F5}"/>
              </a:ext>
            </a:extLst>
          </p:cNvPr>
          <p:cNvSpPr txBox="1"/>
          <p:nvPr/>
        </p:nvSpPr>
        <p:spPr>
          <a:xfrm>
            <a:off x="1844650" y="3228945"/>
            <a:ext cx="5455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设备成功接入</a:t>
            </a:r>
            <a:r>
              <a:rPr lang="en-US" altLang="zh-CN" sz="20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UnilabOS</a:t>
            </a:r>
            <a:endParaRPr lang="zh-CN" alt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4005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D846E-98B2-BA95-3612-E48652A48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AB9D9FDA-F650-A74C-1F27-2D3904BA7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443"/>
            <a:ext cx="12192000" cy="630111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E6427A1-6E17-DA6B-541A-65746664AFBF}"/>
              </a:ext>
            </a:extLst>
          </p:cNvPr>
          <p:cNvSpPr/>
          <p:nvPr/>
        </p:nvSpPr>
        <p:spPr>
          <a:xfrm>
            <a:off x="80467" y="6013094"/>
            <a:ext cx="482803" cy="46085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31836A3-32C9-B926-EDC7-EDBE9CA7E3D4}"/>
              </a:ext>
            </a:extLst>
          </p:cNvPr>
          <p:cNvSpPr txBox="1"/>
          <p:nvPr/>
        </p:nvSpPr>
        <p:spPr>
          <a:xfrm>
            <a:off x="0" y="5612984"/>
            <a:ext cx="2031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实验室详情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8D8240C-E348-FA2E-EC4F-AEB705EFCAF1}"/>
              </a:ext>
            </a:extLst>
          </p:cNvPr>
          <p:cNvSpPr/>
          <p:nvPr/>
        </p:nvSpPr>
        <p:spPr>
          <a:xfrm>
            <a:off x="3985565" y="1118005"/>
            <a:ext cx="4148937" cy="373928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89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图形用户界面&#10;&#10;AI 生成的内容可能不正确。">
            <a:extLst>
              <a:ext uri="{FF2B5EF4-FFF2-40B4-BE49-F238E27FC236}">
                <a16:creationId xmlns:a16="http://schemas.microsoft.com/office/drawing/2014/main" id="{3A2FD354-1B4A-D8FB-B555-974D4E05C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8443"/>
            <a:ext cx="12192000" cy="630111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7DD9DFF-8ED3-2D16-E597-EBF54BEAFB47}"/>
              </a:ext>
            </a:extLst>
          </p:cNvPr>
          <p:cNvSpPr/>
          <p:nvPr/>
        </p:nvSpPr>
        <p:spPr>
          <a:xfrm>
            <a:off x="7907732" y="1240696"/>
            <a:ext cx="1345997" cy="412866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F0DF4-CFE7-F591-8888-32852002BAD0}"/>
              </a:ext>
            </a:extLst>
          </p:cNvPr>
          <p:cNvSpPr txBox="1"/>
          <p:nvPr/>
        </p:nvSpPr>
        <p:spPr>
          <a:xfrm>
            <a:off x="9270189" y="3011758"/>
            <a:ext cx="62179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反应工站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5D9D89-B9EF-563C-5198-3E4D6EC6B93B}"/>
              </a:ext>
            </a:extLst>
          </p:cNvPr>
          <p:cNvSpPr/>
          <p:nvPr/>
        </p:nvSpPr>
        <p:spPr>
          <a:xfrm>
            <a:off x="9969399" y="416965"/>
            <a:ext cx="1983638" cy="22823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4FD77E0-85C1-4C3E-EDAC-78C67F06A044}"/>
              </a:ext>
            </a:extLst>
          </p:cNvPr>
          <p:cNvSpPr/>
          <p:nvPr/>
        </p:nvSpPr>
        <p:spPr>
          <a:xfrm>
            <a:off x="5123078" y="4304936"/>
            <a:ext cx="2638349" cy="130582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44A43AB-1850-0F53-C2AB-82C1FB99791C}"/>
              </a:ext>
            </a:extLst>
          </p:cNvPr>
          <p:cNvSpPr txBox="1"/>
          <p:nvPr/>
        </p:nvSpPr>
        <p:spPr>
          <a:xfrm>
            <a:off x="5354727" y="4557736"/>
            <a:ext cx="19836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水凝胶烧杯堆栈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74F369F-1617-B477-7846-C19E4F3FB47D}"/>
              </a:ext>
            </a:extLst>
          </p:cNvPr>
          <p:cNvSpPr/>
          <p:nvPr/>
        </p:nvSpPr>
        <p:spPr>
          <a:xfrm>
            <a:off x="0" y="830217"/>
            <a:ext cx="1345997" cy="5304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C752542-BEA1-0B14-D598-45BC40933876}"/>
              </a:ext>
            </a:extLst>
          </p:cNvPr>
          <p:cNvSpPr/>
          <p:nvPr/>
        </p:nvSpPr>
        <p:spPr>
          <a:xfrm>
            <a:off x="5354727" y="817966"/>
            <a:ext cx="1024127" cy="173509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6898B7D-9F82-289D-0D64-A0B66B2E449B}"/>
              </a:ext>
            </a:extLst>
          </p:cNvPr>
          <p:cNvSpPr txBox="1"/>
          <p:nvPr/>
        </p:nvSpPr>
        <p:spPr>
          <a:xfrm>
            <a:off x="5476646" y="2152954"/>
            <a:ext cx="7802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天平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DCFFD91-013F-980B-B421-35033B90C939}"/>
              </a:ext>
            </a:extLst>
          </p:cNvPr>
          <p:cNvSpPr/>
          <p:nvPr/>
        </p:nvSpPr>
        <p:spPr>
          <a:xfrm>
            <a:off x="1514248" y="830217"/>
            <a:ext cx="2048254" cy="218154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7E996E2-A3AD-1E39-6BC0-03EACA9ABB3B}"/>
              </a:ext>
            </a:extLst>
          </p:cNvPr>
          <p:cNvSpPr txBox="1"/>
          <p:nvPr/>
        </p:nvSpPr>
        <p:spPr>
          <a:xfrm>
            <a:off x="1592277" y="2553064"/>
            <a:ext cx="2031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设备物料资源树</a:t>
            </a:r>
          </a:p>
        </p:txBody>
      </p:sp>
    </p:spTree>
    <p:extLst>
      <p:ext uri="{BB962C8B-B14F-4D97-AF65-F5344CB8AC3E}">
        <p14:creationId xmlns:p14="http://schemas.microsoft.com/office/powerpoint/2010/main" val="923053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061E4-A4DA-913E-7B4B-C7AD4EEE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E34A20C2-62CB-CD72-17D3-2D3925C9A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8443"/>
            <a:ext cx="12192000" cy="6301114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77C5BF3-CEFB-B49A-E2E9-EB0304C4B9EA}"/>
              </a:ext>
            </a:extLst>
          </p:cNvPr>
          <p:cNvCxnSpPr/>
          <p:nvPr/>
        </p:nvCxnSpPr>
        <p:spPr>
          <a:xfrm flipH="1">
            <a:off x="8090611" y="1580083"/>
            <a:ext cx="2494483" cy="125089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642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3DD8F-F31B-F7A2-AD74-BD893E367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80C62AB-0921-1545-4EBA-43B56802520E}"/>
              </a:ext>
            </a:extLst>
          </p:cNvPr>
          <p:cNvGrpSpPr/>
          <p:nvPr/>
        </p:nvGrpSpPr>
        <p:grpSpPr>
          <a:xfrm>
            <a:off x="0" y="278443"/>
            <a:ext cx="12192000" cy="6301114"/>
            <a:chOff x="0" y="278443"/>
            <a:chExt cx="12192000" cy="6301114"/>
          </a:xfrm>
        </p:grpSpPr>
        <p:pic>
          <p:nvPicPr>
            <p:cNvPr id="3" name="图片 2" descr="图形用户界面, 应用程序&#10;&#10;AI 生成的内容可能不正确。">
              <a:extLst>
                <a:ext uri="{FF2B5EF4-FFF2-40B4-BE49-F238E27FC236}">
                  <a16:creationId xmlns:a16="http://schemas.microsoft.com/office/drawing/2014/main" id="{4DFE4AE4-BB18-E375-72D9-2E5BDB7146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78443"/>
              <a:ext cx="12192000" cy="6301114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8B4EF26-5B50-E6E5-D124-312748581DC0}"/>
                </a:ext>
              </a:extLst>
            </p:cNvPr>
            <p:cNvSpPr/>
            <p:nvPr/>
          </p:nvSpPr>
          <p:spPr>
            <a:xfrm>
              <a:off x="1543507" y="2435961"/>
              <a:ext cx="2011680" cy="314554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3C01BE8-1E13-4038-500D-2DC43605D448}"/>
                </a:ext>
              </a:extLst>
            </p:cNvPr>
            <p:cNvSpPr txBox="1"/>
            <p:nvPr/>
          </p:nvSpPr>
          <p:spPr>
            <a:xfrm>
              <a:off x="8099146" y="1313726"/>
              <a:ext cx="16507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新建烧杯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757BA84-B516-9D2D-8908-5519577A861E}"/>
                </a:ext>
              </a:extLst>
            </p:cNvPr>
            <p:cNvSpPr/>
            <p:nvPr/>
          </p:nvSpPr>
          <p:spPr>
            <a:xfrm>
              <a:off x="8272274" y="620571"/>
              <a:ext cx="694944" cy="5193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050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6CCFB-AD12-B5E6-3D9B-2E0547A58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C79F409C-1D40-1491-4B0F-8EF751F7C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8443"/>
            <a:ext cx="12192000" cy="630111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69FFDCA-BCBB-A678-044C-977B3F9EBB85}"/>
              </a:ext>
            </a:extLst>
          </p:cNvPr>
          <p:cNvSpPr txBox="1"/>
          <p:nvPr/>
        </p:nvSpPr>
        <p:spPr>
          <a:xfrm>
            <a:off x="3176016" y="1265530"/>
            <a:ext cx="16507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嵌入至堆栈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D90AF5-E640-72BD-C643-0ED1FE2A3882}"/>
              </a:ext>
            </a:extLst>
          </p:cNvPr>
          <p:cNvSpPr/>
          <p:nvPr/>
        </p:nvSpPr>
        <p:spPr>
          <a:xfrm>
            <a:off x="1834898" y="1265530"/>
            <a:ext cx="2861460" cy="7534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096C5B1-10E0-ACFD-DC65-326FD41D53FB}"/>
              </a:ext>
            </a:extLst>
          </p:cNvPr>
          <p:cNvCxnSpPr/>
          <p:nvPr/>
        </p:nvCxnSpPr>
        <p:spPr>
          <a:xfrm>
            <a:off x="4696358" y="2018995"/>
            <a:ext cx="563271" cy="242133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997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6823A-3758-A7F6-C857-F3C42F99E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9D376732-14C2-2617-005C-077826403B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8443"/>
            <a:ext cx="12192000" cy="630111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023D760-5FA6-EC79-2951-DDF48213D2AE}"/>
              </a:ext>
            </a:extLst>
          </p:cNvPr>
          <p:cNvSpPr txBox="1"/>
          <p:nvPr/>
        </p:nvSpPr>
        <p:spPr>
          <a:xfrm>
            <a:off x="7089649" y="2355495"/>
            <a:ext cx="1959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转移至反应站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6BC4BD-A20B-DBBC-8A3D-FFFB8F0E87D8}"/>
              </a:ext>
            </a:extLst>
          </p:cNvPr>
          <p:cNvSpPr/>
          <p:nvPr/>
        </p:nvSpPr>
        <p:spPr>
          <a:xfrm>
            <a:off x="7365189" y="1645921"/>
            <a:ext cx="1098497" cy="70957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87664E6-1D08-0386-B32E-6B20E7460084}"/>
              </a:ext>
            </a:extLst>
          </p:cNvPr>
          <p:cNvCxnSpPr>
            <a:cxnSpLocks/>
          </p:cNvCxnSpPr>
          <p:nvPr/>
        </p:nvCxnSpPr>
        <p:spPr>
          <a:xfrm flipV="1">
            <a:off x="3884371" y="1997050"/>
            <a:ext cx="3401568" cy="1828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644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7576E-557D-749A-4051-8179B66CD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形用户界面&#10;&#10;AI 生成的内容可能不正确。">
            <a:extLst>
              <a:ext uri="{FF2B5EF4-FFF2-40B4-BE49-F238E27FC236}">
                <a16:creationId xmlns:a16="http://schemas.microsoft.com/office/drawing/2014/main" id="{B2407BFA-DB83-A609-EA60-2A5C3B62A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8443"/>
            <a:ext cx="12192000" cy="630111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02B6F16-1AD7-CE18-2FE4-E54A8D43BE3E}"/>
              </a:ext>
            </a:extLst>
          </p:cNvPr>
          <p:cNvSpPr txBox="1"/>
          <p:nvPr/>
        </p:nvSpPr>
        <p:spPr>
          <a:xfrm>
            <a:off x="5815584" y="4596171"/>
            <a:ext cx="1959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转移至堆栈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18C6766-01FB-876A-C5D8-E8AA200319BE}"/>
              </a:ext>
            </a:extLst>
          </p:cNvPr>
          <p:cNvSpPr/>
          <p:nvPr/>
        </p:nvSpPr>
        <p:spPr>
          <a:xfrm>
            <a:off x="5353509" y="4596171"/>
            <a:ext cx="462075" cy="4001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8DB587C-07BC-B1D3-01B7-947D4B8F5A49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3986784" y="1894637"/>
            <a:ext cx="1597763" cy="270153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641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690A9-2902-97C8-D38C-B425E3BCA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684B2818-485D-2957-D689-20711FEC0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8443"/>
            <a:ext cx="12192000" cy="630111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E4800F5-CE99-0EBA-7BB1-3BEAF3E5839A}"/>
              </a:ext>
            </a:extLst>
          </p:cNvPr>
          <p:cNvSpPr txBox="1"/>
          <p:nvPr/>
        </p:nvSpPr>
        <p:spPr>
          <a:xfrm>
            <a:off x="6899454" y="3228945"/>
            <a:ext cx="1959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选择工站可以使用的驱动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E5323B-DEF8-5408-AEB4-7A3923BE43F9}"/>
              </a:ext>
            </a:extLst>
          </p:cNvPr>
          <p:cNvSpPr/>
          <p:nvPr/>
        </p:nvSpPr>
        <p:spPr>
          <a:xfrm>
            <a:off x="6561733" y="1367942"/>
            <a:ext cx="2428647" cy="177759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923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5DD9-A860-3C98-4EF8-F9EC85240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BEE03218-6697-031D-3F8A-F10261213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8443"/>
            <a:ext cx="12192000" cy="630111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25221E1-B64D-2223-A605-E5BA5D523A2B}"/>
              </a:ext>
            </a:extLst>
          </p:cNvPr>
          <p:cNvSpPr txBox="1"/>
          <p:nvPr/>
        </p:nvSpPr>
        <p:spPr>
          <a:xfrm>
            <a:off x="4178198" y="3429000"/>
            <a:ext cx="2807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设置工作流节点参数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920D26-2744-262D-E549-0308E3188EAA}"/>
              </a:ext>
            </a:extLst>
          </p:cNvPr>
          <p:cNvSpPr/>
          <p:nvPr/>
        </p:nvSpPr>
        <p:spPr>
          <a:xfrm>
            <a:off x="4081880" y="1324050"/>
            <a:ext cx="2538376" cy="200436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216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0E2B0-76B0-C304-D1BA-4DEB8A116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F5ACC22B-0B65-7BF1-6938-FBD3BF3AF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8443"/>
            <a:ext cx="12192000" cy="630111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9FEDE92-92E4-656F-6DB5-F62BC04774CB}"/>
              </a:ext>
            </a:extLst>
          </p:cNvPr>
          <p:cNvSpPr txBox="1"/>
          <p:nvPr/>
        </p:nvSpPr>
        <p:spPr>
          <a:xfrm>
            <a:off x="4309871" y="4248303"/>
            <a:ext cx="4292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设置并连接工作流执行顺序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3FB8D8-FDDF-2EA4-8A0D-811D57452455}"/>
              </a:ext>
            </a:extLst>
          </p:cNvPr>
          <p:cNvSpPr/>
          <p:nvPr/>
        </p:nvSpPr>
        <p:spPr>
          <a:xfrm>
            <a:off x="4213553" y="2143353"/>
            <a:ext cx="6035042" cy="200436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050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0E557-9D46-F91D-4A14-C2DF4DEE4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FAEDD24C-32FA-BCE9-4D0F-A178CECCA8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8443"/>
            <a:ext cx="12192000" cy="630111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A5A3FC5-6D92-7872-3ADB-26AB3398D9DC}"/>
              </a:ext>
            </a:extLst>
          </p:cNvPr>
          <p:cNvSpPr txBox="1"/>
          <p:nvPr/>
        </p:nvSpPr>
        <p:spPr>
          <a:xfrm>
            <a:off x="9311030" y="930575"/>
            <a:ext cx="2880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自动索引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B150E6F-869D-9A94-7E98-4BF9D0596FF3}"/>
              </a:ext>
            </a:extLst>
          </p:cNvPr>
          <p:cNvSpPr/>
          <p:nvPr/>
        </p:nvSpPr>
        <p:spPr>
          <a:xfrm>
            <a:off x="8383219" y="1330685"/>
            <a:ext cx="3240634" cy="40011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43A395-75CD-6646-2D96-DEB1FBBEBFED}"/>
              </a:ext>
            </a:extLst>
          </p:cNvPr>
          <p:cNvSpPr/>
          <p:nvPr/>
        </p:nvSpPr>
        <p:spPr>
          <a:xfrm>
            <a:off x="8477095" y="5675480"/>
            <a:ext cx="3461309" cy="4001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DAD9D21-B61D-4227-DC1B-F3FB435CA26F}"/>
              </a:ext>
            </a:extLst>
          </p:cNvPr>
          <p:cNvSpPr txBox="1"/>
          <p:nvPr/>
        </p:nvSpPr>
        <p:spPr>
          <a:xfrm>
            <a:off x="10497919" y="5212178"/>
            <a:ext cx="16379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设置余量</a:t>
            </a:r>
          </a:p>
        </p:txBody>
      </p:sp>
    </p:spTree>
    <p:extLst>
      <p:ext uri="{BB962C8B-B14F-4D97-AF65-F5344CB8AC3E}">
        <p14:creationId xmlns:p14="http://schemas.microsoft.com/office/powerpoint/2010/main" val="3391819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160</Words>
  <Application>Microsoft Office PowerPoint</Application>
  <PresentationFormat>宽屏</PresentationFormat>
  <Paragraphs>40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FZLanTingHeiS-B-GB</vt:lpstr>
      <vt:lpstr>Source Han Sans CN Medium</vt:lpstr>
      <vt:lpstr>等线</vt:lpstr>
      <vt:lpstr>等线 Light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Xinyu Li</dc:creator>
  <cp:lastModifiedBy>Xinyu Li</cp:lastModifiedBy>
  <cp:revision>3</cp:revision>
  <dcterms:created xsi:type="dcterms:W3CDTF">2026-01-01T05:52:38Z</dcterms:created>
  <dcterms:modified xsi:type="dcterms:W3CDTF">2026-01-01T07:10:54Z</dcterms:modified>
</cp:coreProperties>
</file>